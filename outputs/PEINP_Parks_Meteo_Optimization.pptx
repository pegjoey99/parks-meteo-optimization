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Parks Meteo Optimization</a:t>
            </a:r>
          </a:p>
          <a:p>
            <a:pPr algn="l">
              <a:spcBef>
                <a:spcPts val="1200"/>
              </a:spcBef>
              <a:defRPr sz="2200">
                <a:solidFill>
                  <a:srgbClr val="4EC9B0"/>
                </a:solidFill>
              </a:defRPr>
            </a:pPr>
            <a:r>
              <a:t>PEINP Meteorological Data Pipeline - Final Report</a:t>
            </a:r>
          </a:p>
          <a:p>
            <a:pPr algn="l">
              <a:spcBef>
                <a:spcPts val="2400"/>
              </a:spcBef>
              <a:defRPr sz="1800">
                <a:solidFill>
                  <a:srgbClr val="CCCCCC"/>
                </a:solidFill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EC9B0"/>
                </a:solidFill>
              </a:defRPr>
            </a:pPr>
            <a:r>
              <a:t>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515600" cy="254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End-to-end pipeline for meteorological data analysis in Prince Edward Island National Park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5 HOBO weather stations: Cavendish, Greenwich, North Rustico Wharf, Stanley Bridge Wharf, Tracadie Wharf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ECCC Stanhope reference station (Climate ID 8300590) for cross-validation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Agent-based architecture: Ingest &gt; Clean &gt; Redundancy &gt; FWI &gt; Uncertainty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EC9B0"/>
                </a:solidFill>
              </a:defRPr>
            </a:pPr>
            <a:r>
              <a:t>Data Ingestion &amp; Cleaning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515600" cy="254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Ingested 5,086 daily observations across 20 variables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100% row retention after cleaning (5,086 &gt; 5,086 rows)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Column reduction: 20 to 16 columns (dropped redundant/empty fields)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2 temperature range issues flagged and handled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Output: cleaned_data.parquet (380 KB)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EC9B0"/>
                </a:solidFill>
              </a:defRPr>
            </a:pPr>
            <a:r>
              <a:t>Redundancy Analysis (PCA &amp; Clustering)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515600" cy="254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PCA explained variance: PC1=23.1%, PC2=15.3%, PC3=14.6%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~7 components needed for &gt;=90% cumulative variance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K-Means clustering: 3 clusters (351, 2,322, 2,413 samples)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Highest correlation: wind_speed / gust_speed (r = 0.96)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Recommendation: review low-contribution sensors for potential decommissioning</a:t>
            </a:r>
          </a:p>
        </p:txBody>
      </p:sp>
      <p:pic>
        <p:nvPicPr>
          <p:cNvPr id="5" name="Picture 4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EC9B0"/>
                </a:solidFill>
              </a:defRPr>
            </a:pPr>
            <a:r>
              <a:t>Fire Weather Index (FWI)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515600" cy="254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Van Wagner (1987) Canadian FWI System - 6 indices computed daily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FWI range: 0.68 - 55.79 (mean 13.06)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All 6 indices passed physical range validation (PASSED)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Peak FWI = 55.8 at Stanley Bridge Wharf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High FWI days (&gt;=10): significant count; Very-High (&gt;=20): flagged for review</a:t>
            </a:r>
          </a:p>
        </p:txBody>
      </p:sp>
      <p:pic>
        <p:nvPicPr>
          <p:cNvPr id="5" name="Picture 4" descr="fwi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EC9B0"/>
                </a:solidFill>
              </a:defRPr>
            </a:pPr>
            <a:r>
              <a:t>FWI Cross-Validation vs Stanhope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515600" cy="254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Independent validation against ECCC Stanhope reference (368 fire-season days)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FFMC MAE = 0.025 - near-identical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DMC MAE = 0.70, DC MAE = 53.29 (cumulative index, expected divergence)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ISI MAE = 0.015, BUI MAE = 3.20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FWI MAE = 0.37 - excellent agreement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EC9B0"/>
                </a:solidFill>
              </a:defRPr>
            </a:pPr>
            <a:r>
              <a:t>Uncertainty Modeling (KDE)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515600" cy="254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Total Variation (TV) distance: measures cleaning impact on distributions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Highest impact: water_level (TV=0.479), water_temperature (TV=0.420)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Moderate impact: barometric_pressure, diff_pressure, humidity, dew_point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Lowest impact: rain (TV=0.011) - sensor producing consistently clean data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Recommendation: investigate calibration for high-TV sensors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EC9B0"/>
                </a:solidFill>
              </a:defRPr>
            </a:pPr>
            <a:r>
              <a:t>Key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515600" cy="254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1. PCA shows 7 components capture &gt;=90% variance from 15 variables - review low-contribution sensors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2. Very-High FWI days (&gt;=20) detected - cross-reference with fire preparedness records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3. High cleaning impact (TV &gt; 0.10) on water_level, water_temp - check sensor calibration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4. Rain sensor (TV = 0.011) producing high-quality data consistently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5. Consider reduced sampling frequency for redundant channels to lower maintenance costs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EC9B0"/>
                </a:solidFill>
              </a:defRPr>
            </a:pPr>
            <a:r>
              <a:t>Repository &amp; Reproducibility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515600" cy="254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GitHub: github.com/Pegjoey99/parks-meteo-optimization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Jupyter notebook: notebooks/analysis.ipynb - full end-to-end pipeline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All outputs reproducible via: Run All in VS Code / Jupyter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Dependencies: pip install -r requirements.txt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License: MIT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