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Parks Meteo Optimization</a:t>
            </a:r>
          </a:p>
          <a:p>
            <a:pPr algn="l">
              <a:spcBef>
                <a:spcPts val="1200"/>
              </a:spcBef>
              <a:defRPr sz="2200">
                <a:solidFill>
                  <a:srgbClr val="4EC9B0"/>
                </a:solidFill>
              </a:defRPr>
            </a:pPr>
            <a:r>
              <a:t>PEINP Meteorological Data Pipeline - Final Report</a:t>
            </a:r>
          </a:p>
          <a:p>
            <a:pPr algn="l">
              <a:spcBef>
                <a:spcPts val="2400"/>
              </a:spcBef>
              <a:defRPr sz="1800">
                <a:solidFill>
                  <a:srgbClr val="CCCCCC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EC9B0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End-to-end pipeline for meteorological data analysis in Prince Edward Island National Park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5 HOBO weather stations: Cavendish, Greenwich, North Rustico Wharf, Stanley Bridge Wharf, Tracadie Wharf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ECCC Stanhope reference station (Climate ID 8300590) for cross-validation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Agent-based architecture: Ingest &gt; Clean &gt; Redundancy &gt; FWI &gt; Uncertainty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EC9B0"/>
                </a:solidFill>
              </a:defRPr>
            </a:pPr>
            <a:r>
              <a:t>Data Ingestion &amp;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Ingested 5,086 daily observations across 20 variables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100% row retention after cleaning (5,086 &gt; 5,086 rows)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Column reduction: 20 to 16 columns (dropped redundant/empty fields)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2 temperature range issues flagged and handled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Output: cleaned_data.parquet (380 KB)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EC9B0"/>
                </a:solidFill>
              </a:defRPr>
            </a:pPr>
            <a:r>
              <a:t>Redundancy Analysis (PCA &amp; Clustering)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PCA: 4 components capture &gt;90% of variance from 14 sensor channels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10 channels carry redundant information - major optimization opportunity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Wind/gust near-duplicate (r=0.96): decommission gust sensors at peripheral stations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Pressure variables strongly correlated: shared synoptic weather across park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3 K-Means clusters: Cluster 0 (351 extreme days) = all stations active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Clusters 1-2 (~93% of days): reduced 3-station network sufficient</a:t>
            </a:r>
          </a:p>
        </p:txBody>
      </p:sp>
      <p:pic>
        <p:nvPicPr>
          <p:cNvPr id="5" name="Picture 4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EC9B0"/>
                </a:solidFill>
              </a:defRPr>
            </a:pPr>
            <a:r>
              <a:t>Fire Weather Index (FWI)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Van Wagner (1987) Canadian FWI System - 6 indices computed daily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FWI range: 0.68 - 55.79 (mean 13.06)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All 6 indices passed physical range validation (PASSED)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Peak FWI = 55.8 at Stanley Bridge Wharf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High FWI days (&gt;=10): significant count; Very-High (&gt;=20): flagged for review</a:t>
            </a:r>
          </a:p>
        </p:txBody>
      </p:sp>
      <p:pic>
        <p:nvPicPr>
          <p:cNvPr id="5" name="Picture 4" descr="fwi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EC9B0"/>
                </a:solidFill>
              </a:defRPr>
            </a:pPr>
            <a:r>
              <a:t>FWI Cross-Validation vs Stanhope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Independent validation against ECCC Stanhope reference (368 fire-season days)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FFMC MAE = 0.025 - near-identical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DMC MAE = 0.70, DC MAE = 53.29 (cumulative index, expected divergence)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ISI MAE = 0.015, BUI MAE = 3.20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FWI MAE = 0.37 - excellent agreement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EC9B0"/>
                </a:solidFill>
              </a:defRPr>
            </a:pPr>
            <a:r>
              <a:t>Uncertainty &amp; Risk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Total Variation (TV) distance: measures cleaning impact on data distributions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HIGH RISK (&gt;20% shift): water_level (47.9%), water_temperature (42.0%), pressures (36-38%)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MODERATE RISK (5-20% shift): wind (12.7%), temperature (9.3%), wind_direction (7.4%)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LOW RISK (&lt;5% shift): rain (1.1%) - critical for FWI Drought Code, highly reliable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Core FWI inputs (temp, humidity, wind, rain) all &lt;10% shift - FWI calculations trustworthy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Water sensors need field calibration before 2026 fire season (do not affect FWI directly)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EC9B0"/>
                </a:solidFill>
              </a:defRPr>
            </a:pPr>
            <a:r>
              <a:t>Recommendations for Parks Canada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1. DECOMMISSION gust-speed sensors at 2-3 stations (derive from wind, r=0.96, &lt;4% error)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2. CONSOLIDATE pressure monitoring to Cavendish (single central sensor replaces 5)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3. MAINTAIN all 5 stations for temp, humidity, wind, rain (4 independent FWI inputs)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4. SERVICE water_level and water_temperature sensors (42-48% distribution shift = drift)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5. CONTINUE full network during fire season (May-Oct); reduced 3-station mode off-season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Confidence: 5,086 days QC data, PCA, FWI cross-validation (MAE=0.37), KDE uncertainty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EC9B0"/>
                </a:solidFill>
              </a:defRPr>
            </a:pPr>
            <a:r>
              <a:t>Repository &amp; Reproducibility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GitHub: github.com/Pegjoey99/parks-meteo-optimization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Jupyter notebook: notebooks/analysis.ipynb - full end-to-end pipeline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All outputs reproducible via: Run All in VS Code / Jupyter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Dependencies: pip install -r requirements.txt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License: 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